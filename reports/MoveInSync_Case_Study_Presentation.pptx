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MoveInSync | Play Store Rating Intelligence</a:t>
            </a:r>
          </a:p>
          <a:p>
            <a:pPr>
              <a:spcBef>
                <a:spcPts val="1200"/>
              </a:spcBef>
              <a:defRPr sz="1800">
                <a:solidFill>
                  <a:srgbClr val="A8DADC"/>
                </a:solidFill>
              </a:defRPr>
            </a:pPr>
            <a:r>
              <a:t>Empirical Review Diagnostics, Baseline Reconciliation &amp; Prioritized Engineering Action Plan</a:t>
            </a:r>
          </a:p>
          <a:p>
            <a:pPr>
              <a:spcBef>
                <a:spcPts val="3200"/>
              </a:spcBef>
              <a:defRPr sz="1200">
                <a:solidFill>
                  <a:srgbClr val="E2E8F0"/>
                </a:solidFill>
              </a:defRPr>
            </a:pPr>
            <a:r>
              <a:t>Target App: MoveInSync (com.moveinsync.ets) | Dataset: N = 8,000 Genuine Verified Reviews</a:t>
            </a:r>
            <a:br/>
            <a:r>
              <a:t>Candidate: Forward Deployed Engineer (Intern to FTE) |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MOVEINSYNC | FORWARD DEPLOYED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Rating Baseline Reconciliation: Storefront vs Sample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57B9D"/>
                </a:solidFill>
              </a:defRPr>
            </a:pPr>
            <a:r>
              <a:t>India Storefront (gl=IN)</a:t>
            </a:r>
            <a:br/>
            <a:r>
              <a:t>Primary Market (&gt;99% Rides)</a:t>
            </a:r>
          </a:p>
          <a:p>
            <a:pPr>
              <a:spcBef>
                <a:spcPts val="800"/>
              </a:spcBef>
              <a:defRPr sz="3800" b="1">
                <a:solidFill>
                  <a:srgbClr val="1D3557"/>
                </a:solidFill>
              </a:defRPr>
            </a:pPr>
            <a:r>
              <a:t>4.64 ★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Total Store Ratings: 114,867</a:t>
            </a:r>
            <a:br/>
            <a:r>
              <a:t>• Total Store Reviews: 23,619</a:t>
            </a:r>
            <a:br/>
            <a:r>
              <a:t>• Total Installs: 1,000,000+</a:t>
            </a:r>
            <a:br/>
            <a:r>
              <a:t>• Official Active Version: 12.19.0</a:t>
            </a:r>
            <a:br/>
            <a:br/>
            <a:r>
              <a:t>Aggregates 1-tap silent star ratings from employees across 430+ enterprise accounts over multiple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57B9D"/>
                </a:solidFill>
              </a:defRPr>
            </a:pPr>
            <a:r>
              <a:t>US Storefront (gl=US)</a:t>
            </a:r>
            <a:br/>
            <a:r>
              <a:t>Reviewer Snapshot</a:t>
            </a:r>
          </a:p>
          <a:p>
            <a:pPr>
              <a:spcBef>
                <a:spcPts val="800"/>
              </a:spcBef>
              <a:defRPr sz="3800" b="1">
                <a:solidFill>
                  <a:srgbClr val="1D3557"/>
                </a:solidFill>
              </a:defRPr>
            </a:pPr>
            <a:r>
              <a:t>4.32 ★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Discrepancy Resolved:</a:t>
            </a:r>
            <a:br/>
            <a:r>
              <a:t>  Google Play localizes displayed ratings by device registration and country (policy since late 2021).</a:t>
            </a:r>
            <a:br/>
            <a:r>
              <a:t>• US Storefront Sample: 100 reviews</a:t>
            </a:r>
            <a:br/>
            <a:r>
              <a:t>• Partner Lite App: 4.25★ (~4.3★)</a:t>
            </a:r>
            <a:br/>
            <a:br/>
            <a:r>
              <a:t>Explains why external evaluators saw ~4.3★ while India users see 4.64★.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3946"/>
                </a:solidFill>
              </a:defRPr>
            </a:pPr>
            <a:r>
              <a:t>Written Review Sample</a:t>
            </a:r>
            <a:br/>
            <a:r>
              <a:t>Empirical Corpus (N = 8,000)</a:t>
            </a:r>
          </a:p>
          <a:p>
            <a:pPr>
              <a:spcBef>
                <a:spcPts val="800"/>
              </a:spcBef>
              <a:defRPr sz="3800" b="1">
                <a:solidFill>
                  <a:srgbClr val="E63946"/>
                </a:solidFill>
              </a:defRPr>
            </a:pPr>
            <a:r>
              <a:t>3.71 ★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Negative Reviews (1-2★): 2,369 (29.61%)</a:t>
            </a:r>
            <a:br/>
            <a:r>
              <a:t>• Positive Reviews (4-5★): 5,388 (67.35%)</a:t>
            </a:r>
            <a:br/>
            <a:r>
              <a:t>• Neutral Reviews (3★): 243 (3.04%)</a:t>
            </a:r>
            <a:br/>
            <a:br/>
            <a:r>
              <a:t>Negative Selection Bias: Riders encountering curbside failures actively write text reviews, while satisfied riders give silent 5-star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MOVEINSYNC | FORWARD DEPLOYED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Dataset Verification Audit: 100% Genuine Provenance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3557"/>
                </a:solidFill>
              </a:defRPr>
            </a:pPr>
            <a:r>
              <a:t>Verification Audit Methodology &amp; Findings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Observation Addressed: Existing review IDs appear UUID-like rather than base64 strings.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Controlled Verification Test: Fresh collection of 100 live reviews into data/verification/ executed on Oct 11, 2026.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Empirical Congruence Result: 100 out of 100 verification reviews matched the existing dataset with 100% field congruence.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UUID Format Provenance: Confirmed that Google Play's internal API returns UUID v4 strings natively for com.moveinsync.ets reviews.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Fabrication Guarantee: All 8,000 records are authentic public Google Play reviews collected via google-play-scraper.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User Privacy Protection: Reviewer display names (user_name) redacted to [REDACTED] in public repo files.</a:t>
            </a:r>
          </a:p>
        </p:txBody>
      </p:sp>
      <p:pic>
        <p:nvPicPr>
          <p:cNvPr id="5" name="Picture 4" descr="figure1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MOVEINSYNC | FORWARD DEPLOYED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Empirical Complaint Categories &amp; Multi-Label Breakdown</a:t>
            </a:r>
          </a:p>
        </p:txBody>
      </p:sp>
      <p:pic>
        <p:nvPicPr>
          <p:cNvPr id="4" name="Picture 3" descr="figure3_complaint_themes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275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3557"/>
                </a:solidFill>
              </a:defRPr>
            </a:pPr>
            <a:r>
              <a:t>Multi-Label Taxonomy &amp; Denominator Rules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Denominator Standards: Total Sample N = 8,000; Negative Subset N_neg = 2,369 (29.61%).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Multi-Label Classification: One review can match multiple themes (e.g. Map Zoom Out AND Delay). Sum of theme percentages exceeds 100% (specifically 262.1% across negative reviews).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#1 Operational Glitch: GPS &amp; Live Tracking (372 neg reviews, 15.7% of N_neg, 428 upvotes).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#2 Platform Stability: Crashes &amp; Update Errors (462 neg reviews, 19.5% of N_neg, 280 upvotes).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#3 Booking / Shift Confusion: Roster Flow (273 neg reviews, 11.5% of N_neg, 303 upvotes).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#4 Commute Punctuality: Vehicle Delays (252 neg reviews, 10.6% of N_neg, 263 upvotes).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#5 Curbside Boarding: OTP Friction (207 neg reviews, 8.7% of N_neg, 208 upvotes).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RECOMMENDATION REC-01 | IMMEDIATE SPRINT 1 HOTFIX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P0 Hotfix: Boarding OTP Delay &amp; Seatbelt Modal Decoupling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3946"/>
                </a:solidFill>
              </a:defRPr>
            </a:pPr>
            <a:r>
              <a:t>Verified User Problem &amp; Evidence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Tapping 'View OTP' displays a blocking modal dialog requiring rider to confirm seatbelt safety before revealing the OTP.</a:t>
            </a:r>
            <a:br/>
            <a:r>
              <a:t>• Curbside Impact: Drivers refuse to unlock doors without OTP; employees in hurried morning lines experience curbside delays, vehicle queues, and driver arguments.</a:t>
            </a:r>
            <a:br/>
            <a:r>
              <a:t>• Evidence: 207 / 2,369 negative reviews (8.7%), 208 upvotes, mean rating 1.90★.</a:t>
            </a:r>
            <a:br/>
            <a:br/>
            <a:r>
              <a:t>User Quote:</a:t>
            </a:r>
            <a:br/>
            <a:r>
              <a:t>'The new feature and very annoying feature which you have introduced - when you click view otp , it pops up the seat belt safely first. Why do you ask for user input one more click . very annoying I should be able to see the otp in one click.'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57B9D"/>
                </a:solidFill>
              </a:defRPr>
            </a:pPr>
            <a:r>
              <a:t>Technical Solution &amp; Governance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1. Persistent OTP Header Chip:</a:t>
            </a:r>
            <a:br/>
            <a:r>
              <a:t>   Render 4-digit boarding OTP persistently in large bold font on trip card header without requiring a button click.</a:t>
            </a:r>
            <a:br/>
            <a:r>
              <a:t>2. Decouple Seatbelt Awareness:</a:t>
            </a:r>
            <a:br/>
            <a:r>
              <a:t>   Replace blocking modal with a passive, animated post-boarding banner informing riders to fasten seatbelt once trip starts.</a:t>
            </a:r>
            <a:br/>
            <a:r>
              <a:t>3. Safety Compliance Protected:</a:t>
            </a:r>
            <a:br/>
            <a:r>
              <a:t>   Retains corporate legal/safety mandate while eliminating interactive boarding roadblock.</a:t>
            </a:r>
            <a:br/>
            <a:br/>
            <a:r>
              <a:t>• Responsible Squad: Mobile App Squad &amp; UX Design</a:t>
            </a:r>
            <a:br/>
            <a:r>
              <a:t>• Observable Metric: Time to display OTP (&lt;0.5s); curbside dispute rate.</a:t>
            </a:r>
            <a:br/>
            <a:r>
              <a:t>• Experiment: 50/50 A/B test on 2 client sites.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RECOMMENDATION REC-02 | IMMEDIATE SPRINT 1 HOTFIX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P0 Hotfix: Map Auto-Zoom Camera Reset Bug During Live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3946"/>
                </a:solidFill>
              </a:defRPr>
            </a:pPr>
            <a:r>
              <a:t>Verified User Problem &amp; Evidence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While tracking approaching cab, map view automatically resets camera zoom and re-centers every 3-4 seconds, overriding user pinch-to-zoom gestures.</a:t>
            </a:r>
            <a:br/>
            <a:r>
              <a:t>• User Impact: Riders cannot inspect vehicle street location or whether driver is stuck at an intersection; complete tracking breakdown.</a:t>
            </a:r>
            <a:br/>
            <a:r>
              <a:t>• Evidence: 372 / 2,369 negative reviews (15.7%), 428 upvotes (highest community upvotes in entire dataset).</a:t>
            </a:r>
            <a:br/>
            <a:br/>
            <a:r>
              <a:t>User Quotes:</a:t>
            </a:r>
            <a:br/>
            <a:r>
              <a:t>'While tracking the cab in map. It's automatically zooming out after 3 4 seconds. Have to zoom in again. It's very frustrating!' (51 upvotes)</a:t>
            </a:r>
            <a:br/>
            <a:r>
              <a:t>'No matter how many times the user zoom in to see the cab location, the app is designed to zoom out in 2 seconds!' (19 upvotes)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57B9D"/>
                </a:solidFill>
              </a:defRPr>
            </a:pPr>
            <a:r>
              <a:t>Technical Solution &amp; Governance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1. Decouple Marker from Camera:</a:t>
            </a:r>
            <a:br/>
            <a:r>
              <a:t>   Incoming GPS coordinate updates update vehicle marker position (cabMarker.setPosition()) without invoking map.animateCamera().</a:t>
            </a:r>
            <a:br/>
            <a:r>
              <a:t>2. User Gesture Listener Flag:</a:t>
            </a:r>
            <a:br/>
            <a:r>
              <a:t>   Maintain isUserInteracting flag. Suppress automated bounding box animations while user is inspecting map.</a:t>
            </a:r>
            <a:br/>
            <a:r>
              <a:t>3. Explicit 'Re-Center on Cab' FAB:</a:t>
            </a:r>
            <a:br/>
            <a:r>
              <a:t>   Provide a Floating Action Button allowing user to snap back to vehicle view when desired.</a:t>
            </a:r>
            <a:br/>
            <a:br/>
            <a:r>
              <a:t>• Responsible Squad: Mobile Maps SDK Squad</a:t>
            </a:r>
            <a:br/>
            <a:r>
              <a:t>• Observable Metric: Camera auto-reset interrupts per session; map gesture retention time.</a:t>
            </a:r>
            <a:br/>
            <a:r>
              <a:t>• Validation: Beta rollout with instrumentation on camera animation override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RECOMMENDATION REC-03 | IMMEDIATE SPRINT 1 HOTFIX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P0 Hotfix: Make Post-Ride Rating Prompts Optional &amp; Dismissible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3946"/>
                </a:solidFill>
              </a:defRPr>
            </a:pPr>
            <a:r>
              <a:t>Verified User Problem &amp; Evidence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Upon app relaunch, riders are blocked by a full-screen unskippable modal demanding rating for their previous trip.</a:t>
            </a:r>
            <a:br/>
            <a:r>
              <a:t>• Retaliatory Feedback Loop: Users in a hurry to book next shift or check schedule are locked out, prompting them to open Google Play Store and retaliate with 1-star reviews.</a:t>
            </a:r>
            <a:br/>
            <a:r>
              <a:t>• Evidence: 131 / 2,369 negative reviews (5.5%), 236 community upvotes.</a:t>
            </a:r>
            <a:br/>
            <a:br/>
            <a:r>
              <a:t>User Quote:</a:t>
            </a:r>
            <a:br/>
            <a:r>
              <a:t>'forcing me to give rating after every ride, so I came here to give you 1 star. because if I don't rate, I can't use the app as there is no skip button.'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57B9D"/>
                </a:solidFill>
              </a:defRPr>
            </a:pPr>
            <a:r>
              <a:t>Technical Solution &amp; Governance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1. Explicit 'Skip / Dismiss' Action:</a:t>
            </a:r>
            <a:br/>
            <a:r>
              <a:t>   Add an unambiguous, prominent Skip button on all post-trip feedback cards.</a:t>
            </a:r>
            <a:br/>
            <a:r>
              <a:t>2. Non-Intrusive Bottom Sheet:</a:t>
            </a:r>
            <a:br/>
            <a:r>
              <a:t>   Convert blocking modal into an unobtrusive bottom-sheet card that auto-collapses after 10 seconds of inactivity.</a:t>
            </a:r>
            <a:br/>
            <a:r>
              <a:t>3. Vendor SLA Protection:</a:t>
            </a:r>
            <a:br/>
            <a:r>
              <a:t>   Operations continues to collect ratings from willing passengers without creating punitive app lockouts.</a:t>
            </a:r>
            <a:br/>
            <a:br/>
            <a:r>
              <a:t>• Responsible Squad: Product Design &amp; Mobile Squad</a:t>
            </a:r>
            <a:br/>
            <a:r>
              <a:t>• Observable Metric: In-app feedback dismissal rate vs submission rate; 30-day Play Store 1-star review velocity.</a:t>
            </a:r>
            <a:br/>
            <a:r>
              <a:t>• Validation: A/B rollout across 25% tenant fleet.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RECOMMENDATIONS REC-04, REC-05, REC-06 | 30-DAY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P1 Enhancements: Session Resilience, Traffic ETA &amp; Roster Clarity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3557"/>
                </a:solidFill>
              </a:defRPr>
            </a:pPr>
            <a:r>
              <a:t>REC-04: Session Auth &amp; Stability</a:t>
            </a:r>
            <a:br/>
            <a:r>
              <a:t>(227 neg rev / 9.6%, 1.47★)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Problem: Frequent involuntary logouts and post-update app crashes forcing uninstalls.</a:t>
            </a:r>
            <a:br/>
            <a:r>
              <a:t>• Solution: Silent OAuth2 refresh token background worker using Android Keystore. Intercept 401 HTTP errors to renew tokens silently before routing to login. Add crash-safe Room database migration tests.</a:t>
            </a:r>
            <a:br/>
            <a:r>
              <a:t>• Metric: Daily involuntary logout rate (&lt;1.0%); Crashlytics crash-free sessions (&gt;99.5%).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3557"/>
                </a:solidFill>
              </a:defRPr>
            </a:pPr>
            <a:r>
              <a:t>REC-05: Traffic-Aware ETA</a:t>
            </a:r>
            <a:br/>
            <a:r>
              <a:t>(252 neg rev / 10.6%, 263 up)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Problem: Static distance-based ETA underestimates city traffic (e.g. MoveInSync 10m vs Google Maps 35m).</a:t>
            </a:r>
            <a:br/>
            <a:r>
              <a:t>• Solution: Ingest live traffic layer matrices. Display arrival confidence intervals ('14–18 min (Heavy Traffic)') rather than single optimistic points. Trigger auto-alert if cab delayed &gt;10 min.</a:t>
            </a:r>
            <a:br/>
            <a:r>
              <a:t>• Metric: ETA Mean Absolute Error (MAE &lt;= 5 min); delay support ticket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3557"/>
                </a:solidFill>
              </a:defRPr>
            </a:pPr>
            <a:r>
              <a:t>REC-06: Roster Terminology</a:t>
            </a:r>
            <a:br/>
            <a:r>
              <a:t>(273 neg rev / 11.5%, 303 up)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Problem: Industry terms 'Login/Logout' shift commutes confused with app authentication, causing reverse-direction bookings.</a:t>
            </a:r>
            <a:br/>
            <a:r>
              <a:t>• Solution: Revamp copy to intuitive labels: 'To Office (Pickup)' and 'To Home (Drop)'. Display prominent cutoff countdown badges ('Booking closes in 45 min').</a:t>
            </a:r>
            <a:br/>
            <a:r>
              <a:t>• Metric: Self-booking funnel completion rate; reverse-booking support ticket 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MOVEINSYNC | FORWARD DEPLOYED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Prioritized Recommendation Matrix &amp; Sprint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40080"/>
                <a:gridCol w="2011680"/>
                <a:gridCol w="3931920"/>
                <a:gridCol w="1828800"/>
                <a:gridCol w="1463040"/>
              </a:tblGrid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Recommended Action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 Squad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Metric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6394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OTP Friction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Persistent OTP banner; decouple seatbelt popup into non-blocking animation.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Mobile &amp; 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OTP view time &lt;0.5s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6394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GPS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Decouple cab marker updates from camera bounding animation; add re-center FAB.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Maps SDK Squad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Auto-reset interrupts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6394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Rating Prompts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Add prominent Skip button on ride rating card; auto-dismiss on inactivity.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Product Design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Retaliatory 1★ velocity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Session /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Silent background OAuth2 token refresh worker; crash-safe DB migrations.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Mobile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Involuntary logout &lt;1%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ETA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Dynamic traffic layer integration; display arrival confidence windows.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Routing Algorithms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ETA MAE &lt;= 5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Booking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Human-centered copy ('To Office'/'To Home'); cutoff countdown timers.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Product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Booking funnel drop-off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Support Desk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In-app issue bot with 1-tap quick actions and live client marshal escalation.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FDE &amp; Ops Tech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First Response &lt;2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Driver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Post-ride AC feedback chips; driver telematics speed monitoring loop.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Driver Ecosystem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Overspeed / 1,000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57B9D"/>
                </a:solidFill>
              </a:defRPr>
            </a:pPr>
            <a:r>
              <a:t>MOVEINSYNC | FORWARD DEPLOYED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3557"/>
                </a:solidFill>
              </a:defRPr>
            </a:pPr>
            <a:r>
              <a:t>Repeatable Monitoring, Telemetry Boundaries &amp; Methodology Disclosure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3557"/>
                </a:solidFill>
              </a:defRPr>
            </a:pPr>
            <a:r>
              <a:t>Repeatable Monitoring &amp; Telemetry Boundaries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Answering 'How are our ratings?':</a:t>
            </a:r>
            <a:br/>
            <a:r>
              <a:t>  Repeatable CLI pipeline: scripts/collect_reviews.py, scripts/analyze_reviews.py, and scripts/refresh_monitoring.py refresh dataset and metrics deterministically.</a:t>
            </a:r>
            <a:br/>
            <a:r>
              <a:t>• Automated GitHub Action (.github/workflows/monitor_ratings.yml) provides weekly cron scheduling (presented as locally tested / proposed workflow).</a:t>
            </a:r>
            <a:br/>
            <a:r>
              <a:t>• Operational Alerting: Console threshold alerting active; webhook dispatch supported via ALERT_WEBHOOK_URL.</a:t>
            </a:r>
            <a:br/>
            <a:r>
              <a:t>• Telemetry Boundaries:</a:t>
            </a:r>
            <a:br/>
            <a:r>
              <a:t>  Public Play Store reviews represent user experience symptoms. Underlying technical root causes are engineering hypotheses requiring internal Crashlytics and Datadog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57B9D"/>
                </a:solidFill>
              </a:defRPr>
            </a:pPr>
            <a:r>
              <a:t>Tooling, Stack &amp; AI Assistance Disclosure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Core Technology Stack:</a:t>
            </a:r>
            <a:br/>
            <a:r>
              <a:t>  Python 3.12, google-play-scraper (v1.2.7), pandas (v3.0.5), matplotlib (v3.11.2), seaborn (v0.13.2), reportlab (v5.0.1), python-pptx (v1.0.2), streamlit (v1.63.0), pytest (v9.1.1).</a:t>
            </a:r>
            <a:br/>
            <a:r>
              <a:t>• Permitted AI Assistance Disclosure:</a:t>
            </a:r>
            <a:br/>
            <a:r>
              <a:t>  In compliance with assignment terms ('Use any tools you like, AI included'): AI coding assistants were utilized for exploratory regex structuring, test generation, and slide compilation scripts.</a:t>
            </a:r>
            <a:br/>
            <a:r>
              <a:t>• Independent Human Verification:</a:t>
            </a:r>
            <a:br/>
            <a:r>
              <a:t>  All data verification comparisons, mathematical aggregations, and recommendations were verified through deterministic code and documented worksheets.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